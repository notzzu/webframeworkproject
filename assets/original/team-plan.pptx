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시작 전(대기)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안정화 · 2주</c:v>
                  </c:pt>
                  <c:pt idx="1">
                    <c:v>테스트 · 3주</c:v>
                  </c:pt>
                  <c:pt idx="2">
                    <c:v>구현 · 5주</c:v>
                  </c:pt>
                  <c:pt idx="3">
                    <c:v>설계 · 3주</c:v>
                  </c:pt>
                  <c:pt idx="4">
                    <c:v>분석 · 2주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10</c:v>
                </c:pt>
                <c:pt idx="2">
                  <c:v>5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진행 기간(주)</c:v>
                </c:pt>
              </c:strCache>
            </c:strRef>
          </c:tx>
          <c:spPr>
            <a:solidFill>
              <a:srgbClr val="3D5A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안정화 · 2주</c:v>
                  </c:pt>
                  <c:pt idx="1">
                    <c:v>테스트 · 3주</c:v>
                  </c:pt>
                  <c:pt idx="2">
                    <c:v>구현 · 5주</c:v>
                  </c:pt>
                  <c:pt idx="3">
                    <c:v>설계 · 3주</c:v>
                  </c:pt>
                  <c:pt idx="4">
                    <c:v>분석 · 2주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430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b"/>
        <c:majorGridlines>
          <c:spPr>
            <a:ln w="9525" cap="flat">
              <a:solidFill>
                <a:srgbClr val="E4E9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89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893"/>
                    </a:solidFill>
                    <a:latin typeface="Arial"/>
                  </a:rPr>
                  <a:t>주차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8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웹프레임워크 교과목 팀별 계획서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자동화 검증시스템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서비스 개선 및 확장 기능 개발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기반 웹 서비스 테스트 자동화 프레임워크 구축 중심 프로토타입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46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인하공업전문대학 컴퓨터정보공학과(심화) 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웹프레임워크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팀원(1인 팀)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상현  ·  학번 202647026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126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팀 구성원 및 역할분담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2194560" y="1965960"/>
            <a:ext cx="1097280" cy="1097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965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상현 (학번 202647026)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 팀  ·  전체 역할 단독 수행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4197096"/>
            <a:ext cx="91440" cy="9144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114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· 요구분석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4562856"/>
            <a:ext cx="91440" cy="9144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480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(시스템/테스트)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928616"/>
            <a:ext cx="91440" cy="9144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846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(웹서비스 + 자동화)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5294376"/>
            <a:ext cx="91440" cy="9144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212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· 안정화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5660136"/>
            <a:ext cx="91440" cy="9144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577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문서화 · 발표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74920" y="1645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 팀 운영 방식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2103120"/>
          <a:ext cx="6537960" cy="3977640"/>
        </p:xfrm>
        <a:graphic>
          <a:graphicData uri="http://schemas.openxmlformats.org/drawingml/2006/table">
            <a:tbl>
              <a:tblPr/>
              <a:tblGrid>
                <a:gridCol w="1417320"/>
                <a:gridCol w="5120640"/>
              </a:tblGrid>
              <a:tr h="9944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기획 · 분석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과업지시서(RFP) 분석, 프로젝트 범위 및 15주 일정 수립을 본인이 직접 수행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9944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축소된 웹 서비스 구조 설계와 Selenium 테스트 자동화 아키텍처(Page Object Model) 설계를 병행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9944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서비스 기능 구현과 테스트 자동화 스크립트 구현을 시기를 나누어 순차 진행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9944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테스트 · 안정화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본인이 작성한 자동화 테스트로 본인이 구현한 기능을 스스로 검증하는 셀프 QA 체계로 운영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웹프레임워크 팀별 계획서  |  인하공업전문대학 컴퓨터정보공학과(심화)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선정목적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공공기관 실제 RFP를 기반으로, 그동안 관심을 가져온 웹 서비스 테스트 자동화(Selenium) 역량을 실전 과제에 적용해보기 위해 본 과업을 선정함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F4F7F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97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A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자동화 학습 목표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기반 웹 UI 테스트 자동화를 실제로 설계·구현해보고 싶었고, 실무형 RFP는 테스트 대상 기능이 명확해 학습에 적합했음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51460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F4F7FD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697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A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17720" y="32918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공공기관 RFP 기반 실무 경험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17720" y="397764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국가보안기술연구소가 실제 발주한 과업지시서를 기반으로 요구분석·설계 실무를 간접 경험할 수 있음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251460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F4F7FD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697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A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58200" y="32918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검증·테스트 중심 과업과의 적합성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58200" y="397764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과업의 '6. 검수기준', '단위/연동 테스트' 항목이 테스트 자동화 프로젝트의 방향과 자연스럽게 연결됨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웹프레임워크 팀별 계획서  |  인하공업전문대학 컴퓨터정보공학과(심화)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자동화 검증시스템 서비스 개선 및 확장 기능 개발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과업 개요 (원본 과업지시서 기준)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11064240" cy="2487168"/>
        </p:xfrm>
        <a:graphic>
          <a:graphicData uri="http://schemas.openxmlformats.org/drawingml/2006/table">
            <a:tbl>
              <a:tblPr/>
              <a:tblGrid>
                <a:gridCol w="1920240"/>
                <a:gridCol w="914400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D5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발주 기관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ETRI 부설 국가보안기술연구소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D5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용역 기간(원본)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계약 체결일로부터 4개월  →  본 프로젝트: 15주(1학기)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D5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대상 시스템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'23.11부터 운영 중인 암호모듈(CAVP/KCMVP) 시험 온라인 서비스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D5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과업 범위(원본)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확장 기능 개발(가명·익명정보 전환, CAVP 확장, 검증서 위변조 탐지) + 서비스 개선·최적화 + 단위/연동 테스트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웹프레임워크 팀별 계획서  |  인하공업전문대학 컴퓨터정보공학과(심화)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목적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과업의 핵심 요구사항을 축소된 웹 서비스로 구현하고, 그 서비스에 대한 Selenium 기반 웹 테스트 자동화 프레임워크를 구축하여 반복적인 회귀 테스트를 자동화한다.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8986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73405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프로토타입 구현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3118104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가명·익명정보 전환, 검증서 관리·위변조 탐지 등 원본 과업의 핵심 기능을 단순화한 웹 서비스로 구현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04488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419709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197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403250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자동화 체계 구축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441655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기반 Selenium 테스트 프레임워크를 설계·구현하여 기능별 정상/비정상 시나리오를 자동 검증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202936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549554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495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533095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 테스트 파이프라인 확보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571500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변경/버그 수정 시 자동으로 재실행되는 회귀 테스트 스위트와 결과 리포트 체계를 마련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웹프레임워크 팀별 계획서  |  인하공업전문대학 컴퓨터정보공학과(심화)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주요 기능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64240" cy="333756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축소 웹 서비스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Selenium 테스트 자동화 (핵심)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FE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 계정 관리 및 로그인 (개인/기업/기관 유형 구분)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Object Model 기반 테스트 자동화 프레임워크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E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가명·익명 정보 처리 모의 기능 (더미 데이터 기반)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기능별 정상/비정상 시나리오 테스트 케이스 설계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E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CAVP 시험 신청 및 진행상태 조회 화면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회귀 테스트 스위트 및 반복 실행 자동화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E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검증서 발급 이력 조회 및 위변조 탐지 결과 표시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테스트 실행 결과 리포트 자동 생성(HTML)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54864" marB="54864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4F7FD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1937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범위 설계 원칙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" y="5486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 15주 프로젝트 특성상 서비스 기능은 시연 가능한 최소 수준으로 구현하고, Selenium 테스트 자동화 프레임워크에 개발 역량을 집중한다.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웹프레임워크 팀별 계획서  |  인하공업전문대학 컴퓨터정보공학과(심화)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1/2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개발계획 (15주)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요구분석·범위확정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42032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88336" y="160020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2C3E8C"/>
          </a:solidFill>
          <a:ln/>
        </p:spPr>
      </p:sp>
      <p:sp>
        <p:nvSpPr>
          <p:cNvPr id="10" name="Text 8"/>
          <p:cNvSpPr/>
          <p:nvPr/>
        </p:nvSpPr>
        <p:spPr>
          <a:xfrm>
            <a:off x="2688336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88336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3~5주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79776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시스템·테스트설계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81728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28032" y="160020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3D5AFE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구현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28032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6~10주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9472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서비스·자동화구현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21424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967728" y="160020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5B7CFA"/>
          </a:solidFill>
          <a:ln/>
        </p:spPr>
      </p:sp>
      <p:sp>
        <p:nvSpPr>
          <p:cNvPr id="20" name="Text 18"/>
          <p:cNvSpPr/>
          <p:nvPr/>
        </p:nvSpPr>
        <p:spPr>
          <a:xfrm>
            <a:off x="6967728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테스트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67728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11~13주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59168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테스트 실행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6112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07424" y="160020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8FA6D9"/>
          </a:solidFill>
          <a:ln/>
        </p:spPr>
      </p:sp>
      <p:sp>
        <p:nvSpPr>
          <p:cNvPr id="25" name="Text 23"/>
          <p:cNvSpPr/>
          <p:nvPr/>
        </p:nvSpPr>
        <p:spPr>
          <a:xfrm>
            <a:off x="9107424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안정화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107424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14~15주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98864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보완·문서화·발표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주차별 일정</a:t>
            </a:r>
            <a:endParaRPr lang="en-US" sz="13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548640" y="3977640"/>
          <a:ext cx="110642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웹프레임워크 팀별 계획서  |  인하공업전문대학 컴퓨터정보공학과(심화)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2/2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단계별 세부 활동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5720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(1~2주)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과업지시서 분석, 프로젝트 범위/일정 확정, 개발 환경 및 기술스택(Selenium, Python, Flask 등) 선정, 요구사항 정의서 작성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(3~5주)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축소 웹 서비스 화면·DB 설계, 테스트 시나리오/케이스 설계, Page Object Model 기반 테스트 자동화 아키텍처 설계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(6~10주)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웹 서비스 핵심 기능 구현(로그인·가명처리 모의·검증서 조회), Selenium 테스트 스크립트 및 프레임워크 구현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테스트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(11~13주)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단위/연동 테스트 자동화 실행, 정상/비정상 시나리오 검증, 발견 결함 수정 및 회귀 테스트 재실행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안정화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(14~15주)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테스트 결과 보완, 최종 시스템 점검, 매뉴얼·산출물 정리, 발표자료 준비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웹프레임워크 팀별 계획서  |  인하공업전문대학 컴퓨터정보공학과(심화)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단계별 주요 산출물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434840"/>
        </p:xfrm>
        <a:graphic>
          <a:graphicData uri="http://schemas.openxmlformats.org/drawingml/2006/table">
            <a:tbl>
              <a:tblPr/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테스트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안정화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6D9"/>
                    </a:solidFill>
                  </a:tcPr>
                </a:tc>
              </a:tr>
              <a:tr h="3931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요구사항 정의서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프로젝트 계획서(본 문서)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t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시스템 설계서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테스트 시나리오/케이스 명세서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테스트 자동화 아키텍처 설계서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t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웹 서비스 소스코드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Selenium 테스트 자동화 스크립트/프레임워크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t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테스트 실행 결과 보고서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결함(버그) 리포트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회귀 테스트 결과서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t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최종 소스코드 및 실행 산출물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사용자·환경구축 매뉴얼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최종 결과 보고서 및 발표자료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t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웹프레임워크 팀별 계획서  |  인하공업전문대학 컴퓨터정보공학과(심화)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기대효과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141B4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47672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테스트 자동화 역량 확보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설계부터 테스트 스위트 운영까지, 실무에서 요구되는 웹 테스트 자동화 전 과정을 경험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141B47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1947672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1920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테스트 공수 절감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반복적인 회귀 테스트를 자동화하여 재검증 시간을 단축하고, 기능 변경 시 회귀 오류를 조기에 발견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141B47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279392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251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공공기관 RFP 기반 실무 이해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국가보안기술연구소 과업지시서 분석을 통해 요구분석·설계·검수기준 수립 실무 프로세스를 간접 경험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40233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141B47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4279392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4251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 가능한 테스트 자산 확보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48920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구축한 자동화 프레임워크와 테스트 케이스를 이후 프로젝트나 실무에 재사용 가능한 형태로 정리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웹프레임워크  ·  인하공업전문대학 컴퓨터정보공학과(심화)  ·  202647026 상현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2026-09-06T09:41:48Z</dcterms:created>
  <dcterms:modified xsi:type="dcterms:W3CDTF">2026-09-06T09:41:48Z</dcterms:modified>
</cp:coreProperties>
</file>